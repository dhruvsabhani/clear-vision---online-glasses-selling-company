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2" r:id="rId8"/>
    <p:sldId id="263" r:id="rId9"/>
    <p:sldId id="261" r:id="rId10"/>
    <p:sldId id="270" r:id="rId11"/>
    <p:sldId id="269" r:id="rId12"/>
    <p:sldId id="264" r:id="rId13"/>
    <p:sldId id="267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8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6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2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91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4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19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5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9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93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3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AB5BE-7CBD-4472-88FA-B1F20CAD8BC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08A65F8-8158-4C70-981E-616CF3B0CDB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92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7394" y="2235200"/>
            <a:ext cx="10017211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Clear Vision - Online Glasses Selling Company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26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069" y="848722"/>
            <a:ext cx="8873066" cy="49886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9644" y="180622"/>
            <a:ext cx="430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835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is the login page for Clear Vision where users can sign in with their email and password to access their accounts.</a:t>
            </a:r>
          </a:p>
        </p:txBody>
      </p:sp>
    </p:spTree>
    <p:extLst>
      <p:ext uri="{BB962C8B-B14F-4D97-AF65-F5344CB8AC3E}">
        <p14:creationId xmlns:p14="http://schemas.microsoft.com/office/powerpoint/2010/main" val="3697824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09" y="740675"/>
            <a:ext cx="8810423" cy="4953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91286" y="146753"/>
            <a:ext cx="2238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Register Page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1902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is the registration page where new users can sign up by entering details such as username, email, phone number, and password.</a:t>
            </a:r>
          </a:p>
        </p:txBody>
      </p:sp>
    </p:spTree>
    <p:extLst>
      <p:ext uri="{BB962C8B-B14F-4D97-AF65-F5344CB8AC3E}">
        <p14:creationId xmlns:p14="http://schemas.microsoft.com/office/powerpoint/2010/main" val="1952384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D648C9-7009-9E06-7352-90971A49A94D}"/>
              </a:ext>
            </a:extLst>
          </p:cNvPr>
          <p:cNvSpPr txBox="1"/>
          <p:nvPr/>
        </p:nvSpPr>
        <p:spPr>
          <a:xfrm>
            <a:off x="3451654" y="185352"/>
            <a:ext cx="5288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User Profile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F87EE-0B60-C853-58DF-046CF753F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46" y="845768"/>
            <a:ext cx="9189308" cy="5166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9645E3-9E7D-92A2-ACAF-9A8B9BE4311B}"/>
              </a:ext>
            </a:extLst>
          </p:cNvPr>
          <p:cNvSpPr txBox="1"/>
          <p:nvPr/>
        </p:nvSpPr>
        <p:spPr>
          <a:xfrm>
            <a:off x="2607275" y="6012231"/>
            <a:ext cx="6635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b="1" dirty="0"/>
              <a:t>All details about users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0945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134" y="803574"/>
            <a:ext cx="7830355" cy="440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00033" y="183001"/>
            <a:ext cx="413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Dashboard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88653" y="5679583"/>
            <a:ext cx="1098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Dashboard content show our Website products and many options </a:t>
            </a:r>
          </a:p>
        </p:txBody>
      </p:sp>
    </p:spTree>
    <p:extLst>
      <p:ext uri="{BB962C8B-B14F-4D97-AF65-F5344CB8AC3E}">
        <p14:creationId xmlns:p14="http://schemas.microsoft.com/office/powerpoint/2010/main" val="229613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2304" y="141668"/>
            <a:ext cx="2513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Categories Types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403" y="709034"/>
            <a:ext cx="9144000" cy="51409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699" y="6159062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Product selection by users include many types such as eyeglasses, progressive lenses,  power sunglasses, screen glass, normal sunglasses and safety glasses</a:t>
            </a:r>
          </a:p>
        </p:txBody>
      </p:sp>
    </p:spTree>
    <p:extLst>
      <p:ext uri="{BB962C8B-B14F-4D97-AF65-F5344CB8AC3E}">
        <p14:creationId xmlns:p14="http://schemas.microsoft.com/office/powerpoint/2010/main" val="211947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95" y="643788"/>
            <a:ext cx="9259909" cy="5206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1843" y="12878"/>
            <a:ext cx="395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75" y="6259133"/>
            <a:ext cx="11011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/>
              <a:t>Our Collaborations with brands like Ray Ban , Oakley , </a:t>
            </a:r>
            <a:r>
              <a:rPr lang="en-US" sz="2000" b="1" dirty="0" err="1"/>
              <a:t>Fastrack</a:t>
            </a:r>
            <a:r>
              <a:rPr lang="en-US" sz="2000" b="1" dirty="0"/>
              <a:t> and many more </a:t>
            </a:r>
          </a:p>
        </p:txBody>
      </p:sp>
    </p:spTree>
    <p:extLst>
      <p:ext uri="{BB962C8B-B14F-4D97-AF65-F5344CB8AC3E}">
        <p14:creationId xmlns:p14="http://schemas.microsoft.com/office/powerpoint/2010/main" val="20619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4570" y="103031"/>
            <a:ext cx="4185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Coupons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042027-95B6-B56E-A2C0-440AA0BEE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2" y="630194"/>
            <a:ext cx="10627855" cy="5172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215FDE-99C6-C675-528B-E238C49E8D35}"/>
              </a:ext>
            </a:extLst>
          </p:cNvPr>
          <p:cNvSpPr txBox="1"/>
          <p:nvPr/>
        </p:nvSpPr>
        <p:spPr>
          <a:xfrm>
            <a:off x="2434280" y="6091196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Coupons are apply during shopping our products so shop first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3462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12" y="606583"/>
            <a:ext cx="8615966" cy="4844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9730" y="103031"/>
            <a:ext cx="3915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Orders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7432" y="6001555"/>
            <a:ext cx="11011437" cy="37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Orders details include date, amount ,product details, order time as filters</a:t>
            </a:r>
          </a:p>
        </p:txBody>
      </p:sp>
    </p:spTree>
    <p:extLst>
      <p:ext uri="{BB962C8B-B14F-4D97-AF65-F5344CB8AC3E}">
        <p14:creationId xmlns:p14="http://schemas.microsoft.com/office/powerpoint/2010/main" val="400078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29951-EB87-2708-66DD-06FD5145013B}"/>
              </a:ext>
            </a:extLst>
          </p:cNvPr>
          <p:cNvSpPr txBox="1"/>
          <p:nvPr/>
        </p:nvSpPr>
        <p:spPr>
          <a:xfrm>
            <a:off x="5078627" y="47080"/>
            <a:ext cx="3694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Track Order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2D308-AC58-C2A8-CE7D-FB70BA069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20" y="543697"/>
            <a:ext cx="9403733" cy="5287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152563-AABF-80AC-A793-889532717E60}"/>
              </a:ext>
            </a:extLst>
          </p:cNvPr>
          <p:cNvSpPr txBox="1"/>
          <p:nvPr/>
        </p:nvSpPr>
        <p:spPr>
          <a:xfrm>
            <a:off x="1674097" y="6083470"/>
            <a:ext cx="9086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b="1" dirty="0"/>
              <a:t>You can track you order through this track order interface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884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16F9C5-8809-A2B3-8B54-176A8BCC8253}"/>
              </a:ext>
            </a:extLst>
          </p:cNvPr>
          <p:cNvSpPr txBox="1"/>
          <p:nvPr/>
        </p:nvSpPr>
        <p:spPr>
          <a:xfrm>
            <a:off x="4102443" y="148281"/>
            <a:ext cx="3410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Add-to-Cart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325DB-4D6C-F918-8AE0-1C9AFF16B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743" y="548391"/>
            <a:ext cx="8972514" cy="5044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265BE5-6A0C-F725-A22F-AAF2D6683DFF}"/>
              </a:ext>
            </a:extLst>
          </p:cNvPr>
          <p:cNvSpPr txBox="1"/>
          <p:nvPr/>
        </p:nvSpPr>
        <p:spPr>
          <a:xfrm>
            <a:off x="1742302" y="5993077"/>
            <a:ext cx="897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/>
              <a:t>Are product add to cart button and </a:t>
            </a:r>
            <a:r>
              <a:rPr lang="en-IN" b="1" dirty="0" err="1"/>
              <a:t>functionalitites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072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2567F0-1CC2-84C7-15C5-86B5C621D6FA}"/>
              </a:ext>
            </a:extLst>
          </p:cNvPr>
          <p:cNvSpPr txBox="1"/>
          <p:nvPr/>
        </p:nvSpPr>
        <p:spPr>
          <a:xfrm>
            <a:off x="4757351" y="135924"/>
            <a:ext cx="5140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Admin Panel Login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69AD5-C6BE-9413-DBDE-D64D33B9F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95" y="870084"/>
            <a:ext cx="9102810" cy="5117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85ED69-6A04-F915-C627-F8EA8B737AD5}"/>
              </a:ext>
            </a:extLst>
          </p:cNvPr>
          <p:cNvSpPr txBox="1"/>
          <p:nvPr/>
        </p:nvSpPr>
        <p:spPr>
          <a:xfrm>
            <a:off x="1421027" y="5844746"/>
            <a:ext cx="8587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b="1" dirty="0" err="1"/>
              <a:t>ClearVision</a:t>
            </a:r>
            <a:r>
              <a:rPr lang="en-IN" sz="2000" b="1" dirty="0"/>
              <a:t> admin login page for admin interface include edit and deleting products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8999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904ABE-CA4D-B4FE-0A79-2F7676D03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144" y="852617"/>
            <a:ext cx="8502623" cy="4780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DF3679-F0F2-37F9-FDD8-DD2043EF0679}"/>
              </a:ext>
            </a:extLst>
          </p:cNvPr>
          <p:cNvSpPr txBox="1"/>
          <p:nvPr/>
        </p:nvSpPr>
        <p:spPr>
          <a:xfrm>
            <a:off x="4227482" y="135923"/>
            <a:ext cx="4015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Admin Profile</a:t>
            </a:r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91B189-3640-1BCE-922D-45BA018BE78F}"/>
              </a:ext>
            </a:extLst>
          </p:cNvPr>
          <p:cNvSpPr txBox="1"/>
          <p:nvPr/>
        </p:nvSpPr>
        <p:spPr>
          <a:xfrm>
            <a:off x="3509322" y="6277232"/>
            <a:ext cx="5807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b="1" dirty="0"/>
              <a:t>Admin </a:t>
            </a:r>
            <a:r>
              <a:rPr lang="en-IN" sz="2000" b="1" dirty="0" err="1"/>
              <a:t>Profie</a:t>
            </a:r>
            <a:r>
              <a:rPr lang="en-IN" sz="2000" b="1" dirty="0"/>
              <a:t> interface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15247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299309-9525-EAB9-CCEF-221C7438A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695" y="951469"/>
            <a:ext cx="7513599" cy="4224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F705D9-C663-098E-8071-519B0084D6C2}"/>
              </a:ext>
            </a:extLst>
          </p:cNvPr>
          <p:cNvSpPr txBox="1"/>
          <p:nvPr/>
        </p:nvSpPr>
        <p:spPr>
          <a:xfrm>
            <a:off x="3509319" y="160638"/>
            <a:ext cx="4720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Edit option in Admin 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5922B-CAEE-AD07-97A7-D23BBA20D6E1}"/>
              </a:ext>
            </a:extLst>
          </p:cNvPr>
          <p:cNvSpPr txBox="1"/>
          <p:nvPr/>
        </p:nvSpPr>
        <p:spPr>
          <a:xfrm>
            <a:off x="2106826" y="6063618"/>
            <a:ext cx="7525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2000" b="1" dirty="0"/>
              <a:t>From Admin Site any images or products can be edit through Admin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7515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769406-E8B6-99F5-7135-761486DE83ED}"/>
              </a:ext>
            </a:extLst>
          </p:cNvPr>
          <p:cNvSpPr txBox="1"/>
          <p:nvPr/>
        </p:nvSpPr>
        <p:spPr>
          <a:xfrm>
            <a:off x="3410465" y="1783640"/>
            <a:ext cx="77847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/>
              <a:t>Thanks 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21766657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329</TotalTime>
  <Words>205</Words>
  <Application>Microsoft Office PowerPoint</Application>
  <PresentationFormat>Widescreen</PresentationFormat>
  <Paragraphs>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Rockwell</vt:lpstr>
      <vt:lpstr>Gallery</vt:lpstr>
      <vt:lpstr>Clear Vision - Online Glasses Selling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 Vision</dc:title>
  <dc:creator>burhan</dc:creator>
  <cp:lastModifiedBy>Admin</cp:lastModifiedBy>
  <cp:revision>20</cp:revision>
  <dcterms:created xsi:type="dcterms:W3CDTF">2024-10-16T05:00:00Z</dcterms:created>
  <dcterms:modified xsi:type="dcterms:W3CDTF">2026-01-07T06:58:09Z</dcterms:modified>
</cp:coreProperties>
</file>